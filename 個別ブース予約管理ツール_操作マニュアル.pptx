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C9E70D-8258-4FD4-A86B-56031A6ECAF4}" v="5" dt="2026-02-24T10:14:06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冨澤 直也" userId="276ab60b-e890-4e7b-a15c-2eeb5a34ab9e" providerId="ADAL" clId="{77488E97-F033-4884-90F8-A101F7A664D5}"/>
    <pc:docChg chg="undo custSel modSld modMainMaster">
      <pc:chgData name="冨澤 直也" userId="276ab60b-e890-4e7b-a15c-2eeb5a34ab9e" providerId="ADAL" clId="{77488E97-F033-4884-90F8-A101F7A664D5}" dt="2026-02-24T10:13:38.917" v="38"/>
      <pc:docMkLst>
        <pc:docMk/>
      </pc:docMkLst>
      <pc:sldChg chg="delSp modSp mod">
        <pc:chgData name="冨澤 直也" userId="276ab60b-e890-4e7b-a15c-2eeb5a34ab9e" providerId="ADAL" clId="{77488E97-F033-4884-90F8-A101F7A664D5}" dt="2026-02-24T10:10:44.361" v="20" actId="20577"/>
        <pc:sldMkLst>
          <pc:docMk/>
          <pc:sldMk cId="0" sldId="258"/>
        </pc:sldMkLst>
        <pc:spChg chg="mod">
          <ac:chgData name="冨澤 直也" userId="276ab60b-e890-4e7b-a15c-2eeb5a34ab9e" providerId="ADAL" clId="{77488E97-F033-4884-90F8-A101F7A664D5}" dt="2026-02-24T10:10:44.361" v="20" actId="20577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冨澤 直也" userId="276ab60b-e890-4e7b-a15c-2eeb5a34ab9e" providerId="ADAL" clId="{77488E97-F033-4884-90F8-A101F7A664D5}" dt="2026-02-24T10:10:12.396" v="13" actId="478"/>
          <ac:spMkLst>
            <pc:docMk/>
            <pc:sldMk cId="0" sldId="258"/>
            <ac:spMk id="20" creationId="{00000000-0000-0000-0000-000000000000}"/>
          </ac:spMkLst>
        </pc:spChg>
        <pc:spChg chg="del mod">
          <ac:chgData name="冨澤 直也" userId="276ab60b-e890-4e7b-a15c-2eeb5a34ab9e" providerId="ADAL" clId="{77488E97-F033-4884-90F8-A101F7A664D5}" dt="2026-02-24T10:10:34.368" v="19" actId="478"/>
          <ac:spMkLst>
            <pc:docMk/>
            <pc:sldMk cId="0" sldId="258"/>
            <ac:spMk id="21" creationId="{00000000-0000-0000-0000-000000000000}"/>
          </ac:spMkLst>
        </pc:spChg>
        <pc:spChg chg="mod">
          <ac:chgData name="冨澤 直也" userId="276ab60b-e890-4e7b-a15c-2eeb5a34ab9e" providerId="ADAL" clId="{77488E97-F033-4884-90F8-A101F7A664D5}" dt="2026-02-24T10:10:28.753" v="17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冨澤 直也" userId="276ab60b-e890-4e7b-a15c-2eeb5a34ab9e" providerId="ADAL" clId="{77488E97-F033-4884-90F8-A101F7A664D5}" dt="2026-02-24T10:10:24.955" v="16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冨澤 直也" userId="276ab60b-e890-4e7b-a15c-2eeb5a34ab9e" providerId="ADAL" clId="{77488E97-F033-4884-90F8-A101F7A664D5}" dt="2026-02-24T10:10:21.293" v="15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冨澤 直也" userId="276ab60b-e890-4e7b-a15c-2eeb5a34ab9e" providerId="ADAL" clId="{77488E97-F033-4884-90F8-A101F7A664D5}" dt="2026-02-24T10:10:18.528" v="14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冨澤 直也" userId="276ab60b-e890-4e7b-a15c-2eeb5a34ab9e" providerId="ADAL" clId="{77488E97-F033-4884-90F8-A101F7A664D5}" dt="2026-02-24T10:10:31.351" v="18" actId="1076"/>
          <ac:spMkLst>
            <pc:docMk/>
            <pc:sldMk cId="0" sldId="258"/>
            <ac:spMk id="26" creationId="{00000000-0000-0000-0000-000000000000}"/>
          </ac:spMkLst>
        </pc:spChg>
      </pc:sldChg>
      <pc:sldChg chg="modSp mod">
        <pc:chgData name="冨澤 直也" userId="276ab60b-e890-4e7b-a15c-2eeb5a34ab9e" providerId="ADAL" clId="{77488E97-F033-4884-90F8-A101F7A664D5}" dt="2026-02-24T10:12:10.683" v="21" actId="14100"/>
        <pc:sldMkLst>
          <pc:docMk/>
          <pc:sldMk cId="0" sldId="261"/>
        </pc:sldMkLst>
        <pc:spChg chg="mod">
          <ac:chgData name="冨澤 直也" userId="276ab60b-e890-4e7b-a15c-2eeb5a34ab9e" providerId="ADAL" clId="{77488E97-F033-4884-90F8-A101F7A664D5}" dt="2026-02-24T10:12:10.683" v="21" actId="14100"/>
          <ac:spMkLst>
            <pc:docMk/>
            <pc:sldMk cId="0" sldId="261"/>
            <ac:spMk id="9" creationId="{00000000-0000-0000-0000-000000000000}"/>
          </ac:spMkLst>
        </pc:spChg>
      </pc:sldChg>
      <pc:sldChg chg="modSp mod">
        <pc:chgData name="冨澤 直也" userId="276ab60b-e890-4e7b-a15c-2eeb5a34ab9e" providerId="ADAL" clId="{77488E97-F033-4884-90F8-A101F7A664D5}" dt="2026-02-24T10:13:27.450" v="37" actId="20577"/>
        <pc:sldMkLst>
          <pc:docMk/>
          <pc:sldMk cId="0" sldId="267"/>
        </pc:sldMkLst>
        <pc:spChg chg="mod">
          <ac:chgData name="冨澤 直也" userId="276ab60b-e890-4e7b-a15c-2eeb5a34ab9e" providerId="ADAL" clId="{77488E97-F033-4884-90F8-A101F7A664D5}" dt="2026-02-24T10:13:27.450" v="37" actId="20577"/>
          <ac:spMkLst>
            <pc:docMk/>
            <pc:sldMk cId="0" sldId="267"/>
            <ac:spMk id="4" creationId="{00000000-0000-0000-0000-000000000000}"/>
          </ac:spMkLst>
        </pc:spChg>
      </pc:sldChg>
      <pc:sldMasterChg chg="modSldLayout">
        <pc:chgData name="冨澤 直也" userId="276ab60b-e890-4e7b-a15c-2eeb5a34ab9e" providerId="ADAL" clId="{77488E97-F033-4884-90F8-A101F7A664D5}" dt="2026-02-24T10:13:38.917" v="38"/>
        <pc:sldMasterMkLst>
          <pc:docMk/>
          <pc:sldMasterMk cId="548013221" sldId="2147483651"/>
        </pc:sldMasterMkLst>
        <pc:sldLayoutChg chg="delSp">
          <pc:chgData name="冨澤 直也" userId="276ab60b-e890-4e7b-a15c-2eeb5a34ab9e" providerId="ADAL" clId="{77488E97-F033-4884-90F8-A101F7A664D5}" dt="2026-02-24T10:13:38.917" v="38"/>
          <pc:sldLayoutMkLst>
            <pc:docMk/>
            <pc:sldMasterMk cId="548013221" sldId="2147483651"/>
            <pc:sldLayoutMk cId="3697497861" sldId="2147483664"/>
          </pc:sldLayoutMkLst>
          <pc:spChg chg="del">
            <ac:chgData name="冨澤 直也" userId="276ab60b-e890-4e7b-a15c-2eeb5a34ab9e" providerId="ADAL" clId="{77488E97-F033-4884-90F8-A101F7A664D5}" dt="2026-02-24T10:13:38.917" v="38"/>
            <ac:spMkLst>
              <pc:docMk/>
              <pc:sldMasterMk cId="548013221" sldId="2147483651"/>
              <pc:sldLayoutMk cId="3697497861" sldId="2147483664"/>
              <ac:spMk id="2" creationId="{00000000-0000-0000-0000-000000000000}"/>
            </ac:spMkLst>
          </pc:spChg>
          <pc:spChg chg="del">
            <ac:chgData name="冨澤 直也" userId="276ab60b-e890-4e7b-a15c-2eeb5a34ab9e" providerId="ADAL" clId="{77488E97-F033-4884-90F8-A101F7A664D5}" dt="2026-02-24T10:13:38.917" v="38"/>
            <ac:spMkLst>
              <pc:docMk/>
              <pc:sldMasterMk cId="548013221" sldId="2147483651"/>
              <pc:sldLayoutMk cId="3697497861" sldId="2147483664"/>
              <ac:spMk id="3" creationId="{00000000-0000-0000-0000-000000000000}"/>
            </ac:spMkLst>
          </pc:spChg>
          <pc:spChg chg="del">
            <ac:chgData name="冨澤 直也" userId="276ab60b-e890-4e7b-a15c-2eeb5a34ab9e" providerId="ADAL" clId="{77488E97-F033-4884-90F8-A101F7A664D5}" dt="2026-02-24T10:13:38.917" v="38"/>
            <ac:spMkLst>
              <pc:docMk/>
              <pc:sldMasterMk cId="548013221" sldId="2147483651"/>
              <pc:sldLayoutMk cId="3697497861" sldId="2147483664"/>
              <ac:spMk id="4" creationId="{00000000-0000-0000-0000-000000000000}"/>
            </ac:spMkLst>
          </pc:spChg>
          <pc:spChg chg="del">
            <ac:chgData name="冨澤 直也" userId="276ab60b-e890-4e7b-a15c-2eeb5a34ab9e" providerId="ADAL" clId="{77488E97-F033-4884-90F8-A101F7A664D5}" dt="2026-02-24T10:13:38.917" v="38"/>
            <ac:spMkLst>
              <pc:docMk/>
              <pc:sldMasterMk cId="548013221" sldId="2147483651"/>
              <pc:sldLayoutMk cId="3697497861" sldId="2147483664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89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25156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3867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5346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5528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3909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9544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7857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4816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7577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2878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9016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136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83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14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" cy="2377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個別ブース予約管理ツール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891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操作マニュアル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2377440" cy="77724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91440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547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6F（30席）/ 7F（19席）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3200400"/>
            <a:ext cx="2377440" cy="77724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65760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3547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9:00 〜 21:00（30分単位）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3200400"/>
            <a:ext cx="2377440" cy="77724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0080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3547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Webブラウザ対応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社内共有用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メイン画面の見方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座席レイアウト・凡例・フロア切替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618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予約を登録する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847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サイドパネルからの予約入力手順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21408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185416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4864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139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予約の確認・編集・削除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23682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既存予約の管理方法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42616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2706624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660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プレビュー機能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28895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テーブル形式での一覧確認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163824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548640" y="3227832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4864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管理者：一括確保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34107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複数席の同時予約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685032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548640" y="37490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703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管理者：コース管理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コースの追加・編集・色設定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206240"/>
            <a:ext cx="39319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548640" y="427024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548640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管理者：ログ管理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97280" y="4453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一括予約の履歴確認・編集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91440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66360" y="1051560"/>
            <a:ext cx="35661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 メイン画面の見方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51206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493776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98755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5669280" y="987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26480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タイトル・日付選択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日付を変更、← →で前後日移動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曜日が自動表示されます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1856232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5669280" y="1856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2648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フロアタブ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2648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6F（30席）と 7F（19席）を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ワンクリックで切り替え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2724912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566928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2648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管理者・プレビュー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管理者パネルやプレビュー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モーダルを開くボタン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3593592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5669280" y="3593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26480" y="3520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座席カード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10478" y="3803904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/>
          <p:nvPr/>
        </p:nvSpPr>
        <p:spPr>
          <a:xfrm>
            <a:off x="6377940" y="37580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空き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059168" y="3785616"/>
            <a:ext cx="201168" cy="146304"/>
          </a:xfrm>
          <a:prstGeom prst="rect">
            <a:avLst/>
          </a:prstGeom>
          <a:solidFill>
            <a:srgbClr val="FFC0C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7315200" y="37580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予約あり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10478" y="396967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※コースごとに色が異なります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 予約を登録する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840480" y="777240"/>
            <a:ext cx="50292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31920" y="868680"/>
            <a:ext cx="484632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886968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457200" y="886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予約したい席のカードをクリック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" y="1234440"/>
            <a:ext cx="0" cy="34747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457200" y="16002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45720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1581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右側にサイドパネルが開きます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" y="1947672"/>
            <a:ext cx="0" cy="34747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457200" y="231343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457200" y="2313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2951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名前・コース・目的を入力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" y="2660904"/>
            <a:ext cx="0" cy="34747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4"/>
          <p:cNvSpPr/>
          <p:nvPr/>
        </p:nvSpPr>
        <p:spPr>
          <a:xfrm>
            <a:off x="457200" y="3026664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457200" y="3026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3008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開始/終了時刻を選択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（9:00〜21:00 / 30分単位）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220" y="3374136"/>
            <a:ext cx="0" cy="347472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457200" y="3739896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457200" y="37398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14400" y="3721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「予約登録」をクリック！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4206240"/>
            <a:ext cx="3200400" cy="45720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2"/>
          <p:cNvSpPr/>
          <p:nvPr/>
        </p:nvSpPr>
        <p:spPr>
          <a:xfrm>
            <a:off x="365760" y="420624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54864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💡 時間が重複する場合はエラー表示されます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 予約の確認・編集・削除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3891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14400"/>
            <a:ext cx="420624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0" y="914400"/>
            <a:ext cx="3840480" cy="105156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3"/>
          <p:cNvSpPr/>
          <p:nvPr/>
        </p:nvSpPr>
        <p:spPr>
          <a:xfrm>
            <a:off x="5029200" y="91440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5212080" y="1005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👀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669280" y="987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確認する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0" y="12618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席をクリック → サイドパネル下部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の「当日の予約一覧」で確認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名前・コース・時間・備考を表示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0" y="2148840"/>
            <a:ext cx="3840480" cy="105156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5029200" y="214884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5212080" y="2240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✏️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669280" y="2221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編集する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69280" y="249631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予約一覧の「編集」ボタンから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名前・コース・目的・時間を変更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「保存」で確定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0" y="3383280"/>
            <a:ext cx="3840480" cy="105156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5029200" y="338328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5212080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🗑️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669280" y="3456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削除する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669280" y="37307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予約一覧の「削除」ボタンをクリック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確認ダイアログで「OK」を選択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※削除は取り消せません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 プレビュー機能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「プレビュー」ボタンで、予約状況をテーブル形式で一覧表示します。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2971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8680" y="1280160"/>
            <a:ext cx="7406640" cy="2788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4251960"/>
            <a:ext cx="2286000" cy="365760"/>
          </a:xfrm>
          <a:prstGeom prst="rect">
            <a:avLst/>
          </a:prstGeom>
          <a:solidFill>
            <a:srgbClr val="F0F9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/>
          <p:nvPr/>
        </p:nvSpPr>
        <p:spPr>
          <a:xfrm>
            <a:off x="82296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69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縦軸＝席番号、横軸＝時間帯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91840" y="4251960"/>
            <a:ext cx="2286000" cy="365760"/>
          </a:xfrm>
          <a:prstGeom prst="rect">
            <a:avLst/>
          </a:prstGeom>
          <a:solidFill>
            <a:srgbClr val="F0F9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3383280" y="4251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69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日付・フロアをモーダル内で切替可能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17920" y="4251960"/>
            <a:ext cx="2286000" cy="365760"/>
          </a:xfrm>
          <a:prstGeom prst="rect">
            <a:avLst/>
          </a:prstGeom>
          <a:solidFill>
            <a:srgbClr val="F0F9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6309360" y="4251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69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空き状況の俯瞰把握に最適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097280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 一括確保（複数席の同時予約）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43891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22960"/>
            <a:ext cx="420624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0" y="731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0" y="116128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5029200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4068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「管理者」ボタン → 一括確保タブ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166420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502920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4068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日付・フロアを選択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0" y="216712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5029200" y="2167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4068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席番号ボタンで複数席を選択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0" y="267004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502920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40680" y="2651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時間帯・予約名・コース・目的を入力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0" y="317296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/>
          <p:nvPr/>
        </p:nvSpPr>
        <p:spPr>
          <a:xfrm>
            <a:off x="5029200" y="3172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4068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「予約実行」で一括登録！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937760" y="3749040"/>
            <a:ext cx="3931920" cy="731520"/>
          </a:xfrm>
          <a:prstGeom prst="rect">
            <a:avLst/>
          </a:prstGeom>
          <a:solidFill>
            <a:srgbClr val="FFF7ED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1"/>
          <p:cNvSpPr/>
          <p:nvPr/>
        </p:nvSpPr>
        <p:spPr>
          <a:xfrm>
            <a:off x="4937760" y="374904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/>
          <p:nvPr/>
        </p:nvSpPr>
        <p:spPr>
          <a:xfrm>
            <a:off x="5120640" y="3767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34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🔁 繰り返し予約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20640" y="40416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34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「繰り返し設定を使う」をON → 開始日・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A34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終了日・曜日を設定して定期予約を一括作成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097280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 コース管理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47548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822960"/>
            <a:ext cx="457200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0" y="731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できること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394960" y="1188720"/>
            <a:ext cx="3474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5394960" y="1188720"/>
            <a:ext cx="54864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5577840" y="124358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コース追加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77840" y="1481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「追加」ボタンから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コース名と表示色を設定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94960" y="1993392"/>
            <a:ext cx="3474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5394960" y="1993392"/>
            <a:ext cx="54864" cy="6583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5577840" y="20482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名前の編集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7784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「編集」ボタンで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コース名を変更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94960" y="2798064"/>
            <a:ext cx="3474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4"/>
          <p:cNvSpPr/>
          <p:nvPr/>
        </p:nvSpPr>
        <p:spPr>
          <a:xfrm>
            <a:off x="5394960" y="2798064"/>
            <a:ext cx="54864" cy="6583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5577840" y="28529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コース削除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577840" y="3090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「削除」ボタンで削除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既存予約はデフォルト色に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394960" y="3602736"/>
            <a:ext cx="34747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5394960" y="3602736"/>
            <a:ext cx="54864" cy="6583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5577840" y="3657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表示順の変更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577840" y="389534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▲▼ ボタンでドロップ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ダウンの並び順を変更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394960" y="4434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利用可能な色：ピンク / 青 / 赤 / 水色 / 黄色 / 緑 / 灰色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097280" cy="2926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 ログ管理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一括予約の操作履歴を確認・編集・削除できます（最新50件）。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50292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005840"/>
            <a:ext cx="484632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1005840"/>
            <a:ext cx="3291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5669280" y="10972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📋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80760" y="10607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ログの確認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80760" y="13075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実行日時、予約パラメーター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（日付・フロア・席・時間・コース）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を一覧で確認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2103120"/>
            <a:ext cx="3291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5669280" y="2194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✏️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80760" y="215798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ログから編集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80760" y="2404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「編集」→ フォームに内容読込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変更して「更新」で再作成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（元の予約は自動削除）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200400"/>
            <a:ext cx="32918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5669280" y="32918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080760" y="32552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ログの削除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80760" y="35021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「削除」→ 関連する予約データも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合わせて一括削除されます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⚠️ 取り消し不可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よくある質問 &amp; トラブルシューティング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02920" y="978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予約ボタンが反応しない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ブラウザを再読み込み（F5）し、ネットワーク接続を確認してください。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1148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02920" y="2258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「時間帯が重複しています」と出る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同じ席・同じ時間に既存予約あり。プレビューで空き状況を確認。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429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41148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02920" y="3538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座席の色が更新されない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フロアタブを切り替えて戻すと再読み込みされます。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8686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41148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9784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コースのドロップダウンが空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92040" y="1325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管理者パネル → コース管理でコースが登録されているか確認。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41148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892040" y="2258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予約が見つからない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2606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日付やフロアが意図したものか確認。別の日に登録の可能性。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4290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41148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892040" y="3538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Q. 管理者パネルが画面外に行った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9204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A. 「管理者」ボタンを再度クリックで位置がリセットされます。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ご利用上の注意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1440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868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ログイン不要です。誰でも予約の登録・削除ができます。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他の方の予約を誤って変更しないようご注意ください。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1440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⏱️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16459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予約は 30分単位（9:00〜21:00）です。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同じ席の同じ時間帯には1件のみ登録可能です。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144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24231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一括予約・繰り返し予約は大量データを作成します。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設定内容をよく確認してから実行してください。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15468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315468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91440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🗑️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3040" y="3200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ログの削除で関連予約も一括削除されます。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この操作は取り消せません。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solidFill>
            <a:srgbClr val="F8FAFC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9144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39776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複数端末からリアルタイム同期されます。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最新データが常に反映されます。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ご不明な点は管理担当者</a:t>
            </a:r>
            <a:r>
              <a:rPr lang="en-US" sz="2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</a:t>
            </a:r>
            <a:r>
              <a:rPr lang="ja-JP" altLang="en-US" sz="2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冨澤</a:t>
            </a:r>
            <a:r>
              <a:rPr lang="en-US" altLang="ja-JP" sz="2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</a:t>
            </a:r>
            <a:r>
              <a:rPr lang="en-US" sz="2800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まで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 err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お問い合わせください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0" y="3108960"/>
            <a:ext cx="3657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個別ブース予約管理ツール｜操作マニュアル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481</Words>
  <Application>Microsoft Office PowerPoint</Application>
  <PresentationFormat>画面に合わせる (16:9)</PresentationFormat>
  <Paragraphs>177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Meiryo</vt:lpstr>
      <vt:lpstr>Arial</vt:lpstr>
      <vt:lpstr>Calibri</vt:lpstr>
      <vt:lpstr>Calibri Light</vt:lpstr>
      <vt:lpstr>Office 2013 - 2022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個別ブース予約管理ツール 操作マニュアル</dc:title>
  <dc:subject>PptxGenJS Presentation</dc:subject>
  <dc:creator>システム管理チーム</dc:creator>
  <cp:lastModifiedBy>冨澤 直也</cp:lastModifiedBy>
  <cp:revision>1</cp:revision>
  <dcterms:created xsi:type="dcterms:W3CDTF">2026-02-24T10:02:26Z</dcterms:created>
  <dcterms:modified xsi:type="dcterms:W3CDTF">2026-02-24T10:14:16Z</dcterms:modified>
</cp:coreProperties>
</file>